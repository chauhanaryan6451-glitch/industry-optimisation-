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FoodPulse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Smart Energy &amp; Process Optimization for Food-Processing SMEs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SME factories see the electricity bill, but often lack machine-level, real-time visibility.</a:t>
            </a:r>
          </a:p>
          <a:p>
            <a:pPr>
              <a:spcAft>
                <a:spcPts val="1200"/>
              </a:spcAft>
              <a:defRPr sz="2000"/>
            </a:pPr>
            <a:r>
              <a:t>Energy waste can hide inside ovens, compressors, refrigeration, motors and idle periods.</a:t>
            </a:r>
          </a:p>
          <a:p>
            <a:pPr>
              <a:spcAft>
                <a:spcPts val="1200"/>
              </a:spcAft>
              <a:defRPr sz="2000"/>
            </a:pPr>
            <a:r>
              <a:t>Efficiency improvements must not reduce throughput or product quality.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Retrofit-first sensing + existing PLC/SCADA/ERP data.</a:t>
            </a:r>
          </a:p>
          <a:p>
            <a:pPr>
              <a:spcAft>
                <a:spcPts val="1200"/>
              </a:spcAft>
              <a:defRPr sz="2000"/>
            </a:pPr>
            <a:r>
              <a:t>Expected-energy baseline + anomaly detection + equipment health.</a:t>
            </a:r>
          </a:p>
          <a:p>
            <a:pPr>
              <a:spcAft>
                <a:spcPts val="1200"/>
              </a:spcAft>
              <a:defRPr sz="2000"/>
            </a:pPr>
            <a:r>
              <a:t>Constrained optimization: minimize energy while preserving production and quality.</a:t>
            </a:r>
          </a:p>
          <a:p>
            <a:pPr>
              <a:spcAft>
                <a:spcPts val="1200"/>
              </a:spcAft>
              <a:defRPr sz="2000"/>
            </a:pPr>
            <a:r>
              <a:t>Actionable recommendations with ₹ savings and CO₂ impact.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Sensors / PLC → edge gateway → time-series data → ML analytics.</a:t>
            </a:r>
          </a:p>
          <a:p>
            <a:pPr>
              <a:spcAft>
                <a:spcPts val="1200"/>
              </a:spcAft>
              <a:defRPr sz="2000"/>
            </a:pPr>
            <a:r>
              <a:t>Production context normalizes energy into kWh/kg.</a:t>
            </a:r>
          </a:p>
          <a:p>
            <a:pPr>
              <a:spcAft>
                <a:spcPts val="1200"/>
              </a:spcAft>
              <a:defRPr sz="2000"/>
            </a:pPr>
            <a:r>
              <a:t>Anomalies are correlated with process variables to diagnose likely causes.</a:t>
            </a:r>
          </a:p>
          <a:p>
            <a:pPr>
              <a:spcAft>
                <a:spcPts val="1200"/>
              </a:spcAft>
              <a:defRPr sz="2000"/>
            </a:pPr>
            <a:r>
              <a:t>Post-action SEC is compared with baseline for verification.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pic>
        <p:nvPicPr>
          <p:cNvPr id="3" name="Picture 2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11064240" cy="62236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Prototype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Representative simulated food-processing SME: 5,000 kg/day.</a:t>
            </a:r>
          </a:p>
          <a:p>
            <a:pPr>
              <a:spcAft>
                <a:spcPts val="1200"/>
              </a:spcAft>
              <a:defRPr sz="2000"/>
            </a:pPr>
            <a:r>
              <a:t>Baseline: 2.50 kWh/kg = 12,500 kWh/day.</a:t>
            </a:r>
          </a:p>
          <a:p>
            <a:pPr>
              <a:spcAft>
                <a:spcPts val="1200"/>
              </a:spcAft>
              <a:defRPr sz="2000"/>
            </a:pPr>
            <a:r>
              <a:t>Optimized: 2.18 kWh/kg = 10,900 kWh/day.</a:t>
            </a:r>
          </a:p>
          <a:p>
            <a:pPr>
              <a:spcAft>
                <a:spcPts val="1200"/>
              </a:spcAft>
              <a:defRPr sz="2000"/>
            </a:pPr>
            <a:r>
              <a:t>12.8% SEC reduction with production fixed and simulated quality held at 96%.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Business &amp;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Target: small food processors—snacks/bakery, dairy, frozen foods, spices and similar plants.</a:t>
            </a:r>
          </a:p>
          <a:p>
            <a:pPr>
              <a:spcAft>
                <a:spcPts val="1200"/>
              </a:spcAft>
              <a:defRPr sz="2000"/>
            </a:pPr>
            <a:r>
              <a:t>Indicative starter deployment: ~₹1 lakh for meters/sensors, gateway, installation and setup.</a:t>
            </a:r>
          </a:p>
          <a:p>
            <a:pPr>
              <a:spcAft>
                <a:spcPts val="1200"/>
              </a:spcAft>
              <a:defRPr sz="2000"/>
            </a:pPr>
            <a:r>
              <a:t>Indicative SaaS: ₹3k–₹8k/month/site.</a:t>
            </a:r>
          </a:p>
          <a:p>
            <a:pPr>
              <a:spcAft>
                <a:spcPts val="1200"/>
              </a:spcAft>
              <a:defRPr sz="2000"/>
            </a:pPr>
            <a:r>
              <a:t>Pilot → verify savings → standardize retrofit kit → scale across clusters.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Why now / India 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BEE's current MSME energy-efficiency work explicitly includes Food Processing.</a:t>
            </a:r>
          </a:p>
          <a:p>
            <a:pPr>
              <a:spcAft>
                <a:spcPts val="1200"/>
              </a:spcAft>
              <a:defRPr sz="2000"/>
            </a:pPr>
            <a:r>
              <a:t>ADEETIE supports energy-efficient technology deployment, audits, project preparation and monitoring/verification.</a:t>
            </a:r>
          </a:p>
          <a:p>
            <a:pPr>
              <a:spcAft>
                <a:spcPts val="1200"/>
              </a:spcAft>
              <a:defRPr sz="2000"/>
            </a:pPr>
            <a:r>
              <a:t>FoodPulse complements these efforts with continuous operational visibility and measurement.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Demo flow &amp;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1. Show live energy dashboard.</a:t>
            </a:r>
          </a:p>
          <a:p>
            <a:pPr>
              <a:spcAft>
                <a:spcPts val="1200"/>
              </a:spcAft>
              <a:defRPr sz="2000"/>
            </a:pPr>
            <a:r>
              <a:t>2. Trigger compressor/refrigeration anomaly.</a:t>
            </a:r>
          </a:p>
          <a:p>
            <a:pPr>
              <a:spcAft>
                <a:spcPts val="1200"/>
              </a:spcAft>
              <a:defRPr sz="2000"/>
            </a:pPr>
            <a:r>
              <a:t>3. Show evidence-based recommendation.</a:t>
            </a:r>
          </a:p>
          <a:p>
            <a:pPr>
              <a:spcAft>
                <a:spcPts val="1200"/>
              </a:spcAft>
              <a:defRPr sz="2000"/>
            </a:pPr>
            <a:r>
              <a:t>4. Open What-if Optimization and preserve quality/throughput.</a:t>
            </a:r>
          </a:p>
          <a:p>
            <a:pPr>
              <a:spcAft>
                <a:spcPts val="1200"/>
              </a:spcAft>
              <a:defRPr sz="2000"/>
            </a:pPr>
            <a:r>
              <a:t>5. Show 12.8% simulated SEC improvement and business case.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